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76" r:id="rId2"/>
    <p:sldId id="268" r:id="rId3"/>
    <p:sldId id="269" r:id="rId4"/>
    <p:sldId id="257" r:id="rId5"/>
    <p:sldId id="270" r:id="rId6"/>
    <p:sldId id="271" r:id="rId7"/>
    <p:sldId id="259" r:id="rId8"/>
    <p:sldId id="261" r:id="rId9"/>
    <p:sldId id="272" r:id="rId10"/>
    <p:sldId id="263" r:id="rId11"/>
    <p:sldId id="274" r:id="rId12"/>
    <p:sldId id="27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34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57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6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4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10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0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5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00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111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A264-B99E-FC8E-7ADC-2F54812D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0278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Structural pattern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91596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F8E1-1B59-8EEF-EEA7-59BE6D4B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Design patterns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7AD8F-D59E-C0BE-A376-590F9FCB9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Structural Design Patterns focus on organizing classes and objects to build larger, efficient, and maintainable software structures.</a:t>
            </a:r>
          </a:p>
          <a:p>
            <a:r>
              <a:rPr lang="en-US" dirty="0"/>
              <a:t>There are two recurring themes in these patterns:</a:t>
            </a:r>
          </a:p>
          <a:p>
            <a:r>
              <a:rPr lang="en-US" dirty="0"/>
              <a:t>This pattern is particularly useful for making independently developed class libraries work together.</a:t>
            </a:r>
          </a:p>
          <a:p>
            <a:r>
              <a:rPr lang="en-US" dirty="0"/>
              <a:t>Structural Design Patterns describe ways to compose objects to realize new functionality.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50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16BD-A019-A71C-8413-9C883AD9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Types of structural pattern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A6AF-4C29-FCDA-A087-9550E07CB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Adapter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Bridge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Composite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Decorator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Façade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Flyweight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Proxy Pattern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85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</a:t>
            </a:r>
            <a:r>
              <a:rPr dirty="0"/>
              <a:t>Adapter Patter</a:t>
            </a:r>
            <a:r>
              <a:rPr lang="en-US" dirty="0"/>
              <a:t>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 the interface of a class into another interface clients expect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Adapter lets classes work together that couldn't otherwise because of incompatible interfaces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the Adapter pattern when: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you want to use an existing class and its interface does not match the one you need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you need to use several existing subclasses, but it's impractical to adapt their interface by subclassing everyone. An object adapter can adapt the interface of its parent class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935E-AA86-FED9-2866-AEAB87C3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Bridge pattern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79AA2-A4B1-4D36-5879-590D1AD5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Decouple an abstraction from its implementation so that the two can vary independently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the Bridge pattern when: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you want run-time binding of the implementation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you want to share an implementation among multiple objects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511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C038-6593-CF45-E393-23A42677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pattern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41F2B-8C14-9269-D638-FC10360C1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Compose objects into tree structures to represent whole-part hierarchies. Composite lets clients treat individual objects and compositions of objects uniformly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this pattern whenever you have "composites that contain components, each of which could be a composite".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02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</a:t>
            </a:r>
            <a:r>
              <a:rPr dirty="0"/>
              <a:t>Decorator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Attach additional responsibilities to an object dynamically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Decorators provide a flexible alternative to subclassing for extending functionality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 - Automated Hospital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People come to the reception with 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describe their 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special </a:t>
            </a:r>
            <a:r>
              <a:rPr lang="en-US" dirty="0" err="1"/>
              <a:t>doctoRobot</a:t>
            </a:r>
            <a:r>
              <a:rPr lang="en-US" dirty="0"/>
              <a:t> is created that is specialized to treat their special situations.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</a:t>
            </a:r>
            <a:r>
              <a:rPr dirty="0"/>
              <a:t>Facade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a unified interface to a set of interfaces in a subsystem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Facade defines a higher-level interface that makes the subsystem easier to use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class that is the interface to the subsystem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Clients interface with the Facade class to deal with the subsystem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hides the implementation of the subsystem from clients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promotes weak coupling between the subsystems and its clients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576F-1B4C-10BC-A4E5-FD3A2CEDE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Flyweight pattern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63E19-30D9-27A4-4FCB-462D8A7F7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sharing to support large numbers of fine-grained objects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pattern can be used when: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program uses a large number of objects and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program does not use object identity (==)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846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</a:t>
            </a:r>
            <a:r>
              <a:rPr dirty="0"/>
              <a:t>Proxy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Proxy Pattern provides a surrogate or placeholder for another object to control access to it, like adding a protective layer or extra functionality before reaching the real object.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Ex: </a:t>
            </a:r>
          </a:p>
          <a:p>
            <a:pPr marL="0" indent="0">
              <a:buNone/>
            </a:pPr>
            <a:r>
              <a:rPr lang="en-US" dirty="0"/>
              <a:t>Imagine a bank ATM. You don’t interact directly with the bank’s main system. The ATM acts as a proxy, handling requests like checking balance or withdrawing money, while controlling access to the real bank server.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71A1-CDE8-EC15-A33E-CA1821AD5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7602D-5095-4897-8287-42BBD9E10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Structural patterns help </a:t>
            </a:r>
            <a:r>
              <a:rPr lang="en-US" b="1" dirty="0"/>
              <a:t>simplify the design of complex systems</a:t>
            </a:r>
            <a:r>
              <a:rPr lang="en-US" dirty="0"/>
              <a:t> by focusing on how classes and objects are composed.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provide </a:t>
            </a:r>
            <a:r>
              <a:rPr lang="en-US" b="1" dirty="0"/>
              <a:t>flexibility, reusability, and maintainability</a:t>
            </a:r>
            <a:r>
              <a:rPr lang="en-US" dirty="0"/>
              <a:t> in software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these patterns, developers can </a:t>
            </a:r>
            <a:r>
              <a:rPr lang="en-US" b="1" dirty="0"/>
              <a:t>efficiently manage relationships</a:t>
            </a:r>
            <a:r>
              <a:rPr lang="en-US" dirty="0"/>
              <a:t> between components and </a:t>
            </a:r>
            <a:r>
              <a:rPr lang="en-US" b="1" dirty="0"/>
              <a:t>reduce tight coupling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Popular structural patterns like </a:t>
            </a:r>
            <a:r>
              <a:rPr lang="en-US" b="1" dirty="0"/>
              <a:t>Adapter, Bridge, Composite, Decorator, Facade, Flyweight, and Proxy</a:t>
            </a:r>
            <a:r>
              <a:rPr lang="en-US" dirty="0"/>
              <a:t> each solve common design problems in a systematic 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structural patterns are essential tools that </a:t>
            </a:r>
            <a:r>
              <a:rPr lang="en-US" b="1" dirty="0"/>
              <a:t>enhance code clarity, scalability, and robustness</a:t>
            </a:r>
            <a:r>
              <a:rPr lang="en-US" dirty="0"/>
              <a:t>, making software easier to understand and evolve.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059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0AA8-036D-A3EE-DD95-530CB4D2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474633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</a:t>
            </a:r>
            <a:endParaRPr lang="en-IN" sz="66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9901B1-8D1B-73A8-31E9-3B568362C531}"/>
              </a:ext>
            </a:extLst>
          </p:cNvPr>
          <p:cNvCxnSpPr/>
          <p:nvPr/>
        </p:nvCxnSpPr>
        <p:spPr>
          <a:xfrm>
            <a:off x="800100" y="4169229"/>
            <a:ext cx="7543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24717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84</TotalTime>
  <Words>574</Words>
  <Application>Microsoft Office PowerPoint</Application>
  <PresentationFormat>On-screen Show (4:3)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Retrospect</vt:lpstr>
      <vt:lpstr>Structural pattern</vt:lpstr>
      <vt:lpstr>Structural Design patterns</vt:lpstr>
      <vt:lpstr>Types of structural pattern</vt:lpstr>
      <vt:lpstr>         Adapter Pattern</vt:lpstr>
      <vt:lpstr>        Bridge pattern</vt:lpstr>
      <vt:lpstr>Composite pattern</vt:lpstr>
      <vt:lpstr>       Decorator Pattern</vt:lpstr>
      <vt:lpstr>             Facade Pattern</vt:lpstr>
      <vt:lpstr>          Flyweight pattern</vt:lpstr>
      <vt:lpstr>              Proxy Pattern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mounika</dc:creator>
  <cp:keywords/>
  <dc:description>generated using python-pptx</dc:description>
  <cp:lastModifiedBy>Gandikota Mounika</cp:lastModifiedBy>
  <cp:revision>6</cp:revision>
  <dcterms:created xsi:type="dcterms:W3CDTF">2013-01-27T09:14:16Z</dcterms:created>
  <dcterms:modified xsi:type="dcterms:W3CDTF">2026-01-13T11:05:58Z</dcterms:modified>
  <cp:category/>
</cp:coreProperties>
</file>